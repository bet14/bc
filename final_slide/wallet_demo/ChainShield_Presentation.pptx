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366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et14.github.io/bc/rabby_fraud_detection_deck/wallet_demo/frontend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1828800"/>
            <a:ext cx="3200400" cy="32004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48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502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ChainShield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123444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Security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Re-imagined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02920" y="30175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fraud. Simulate transactions. Protect every signature — before you sign.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4434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86000" y="4434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069080" y="4434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52160" y="4434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040880" y="1188720"/>
            <a:ext cx="1920240" cy="1005840"/>
          </a:xfrm>
          <a:prstGeom prst="rect">
            <a:avLst/>
          </a:prstGeom>
          <a:solidFill>
            <a:srgbClr val="1E2A3D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04088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7040880" y="17556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Rules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040880" y="2286000"/>
            <a:ext cx="1920240" cy="1005840"/>
          </a:xfrm>
          <a:prstGeom prst="rect">
            <a:avLst/>
          </a:prstGeom>
          <a:solidFill>
            <a:srgbClr val="1E2A3D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040880" y="2331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7040880" y="28529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Modules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040880" y="3383280"/>
            <a:ext cx="1920240" cy="1005840"/>
          </a:xfrm>
          <a:prstGeom prst="rect">
            <a:avLst/>
          </a:prstGeom>
          <a:solidFill>
            <a:srgbClr val="1E2A3D"/>
          </a:solidFill>
          <a:ln w="1270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040880" y="3429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7040880" y="39502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Pre-Sign Protection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92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 wallets are blind to fraud — until it's too late.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97480" cy="301752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377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Pre-Sign Check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8346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MetaMask and most wallets show no risk analysis before a user approves a transaction. Malicious contracts pass through silently.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554480"/>
            <a:ext cx="2697480" cy="301752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0" y="1554480"/>
            <a:ext cx="2697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7830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377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&amp; Poisoning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28346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Scammers create addresses visually identical to trusted wallets. One mistaken paste and your funds are gone forever.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554480"/>
            <a:ext cx="2697480" cy="301752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035040" y="1554480"/>
            <a:ext cx="269748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7830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Blind Signatures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17920" y="2834640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Signing an NFT listing at zero price, a token drain approval, or a permit signature looks identical to a legitimate action to the user.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💸  Over $3.8 billion lost to crypto hacks and scams in 2023 alone  —  most were preventable with pre-sign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ChainShield?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4572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3444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ChainShield is a Rabby-inspired Web3 wallet security layer that intercepts every transaction, contract interaction, and signature request — and analyses it for fraud BEFORE the user signs.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2240280"/>
            <a:ext cx="2743200" cy="109728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2240280"/>
            <a:ext cx="45720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51460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231343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Simulation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87552" y="264261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Simulate any tx before signing. See risk score, asset flow &amp; recommendations.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46120" y="2240280"/>
            <a:ext cx="2743200" cy="109728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46120" y="2240280"/>
            <a:ext cx="45720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51460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67912" y="231343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Detection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867912" y="264261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Matches destination addresses against a live scam address database.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126480" y="2240280"/>
            <a:ext cx="2743200" cy="109728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126480" y="2240280"/>
            <a:ext cx="457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514600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48272" y="231343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 Alerts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748272" y="264261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Flags unlimited ERC-20 approvals and recommends revocation.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65760" y="3520440"/>
            <a:ext cx="2743200" cy="109728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365760" y="3520440"/>
            <a:ext cx="4572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794760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87552" y="35935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 Poisoning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87552" y="392277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Detects look-alike addresses injected into transaction history.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3246120" y="3520440"/>
            <a:ext cx="2743200" cy="109728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3246120" y="3520440"/>
            <a:ext cx="4572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794760"/>
            <a:ext cx="384048" cy="38404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867912" y="35935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 Parsing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3867912" y="392277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Decodes blind signatures to warn about NFT listings &amp; permit drains.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6126480" y="3520440"/>
            <a:ext cx="2743200" cy="109728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6126480" y="3520440"/>
            <a:ext cx="45720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3640" y="3794760"/>
            <a:ext cx="384048" cy="38404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748272" y="3593592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Score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6748272" y="392277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composite score combining all risk dimensions into one dashboard.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ChainShield Works — System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560320" cy="33832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 LAYER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2286000" cy="118872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745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 / CSS3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&amp; Dashboard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1480" y="3108960"/>
            <a:ext cx="2286000" cy="118872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2461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1480" y="3703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Inputs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Scenarios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852928" y="3017520"/>
            <a:ext cx="8229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2852928" y="2743200"/>
            <a:ext cx="804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 call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3657600" y="2944368"/>
            <a:ext cx="137160" cy="73152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57600" y="3090672"/>
            <a:ext cx="1371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703320" y="1298448"/>
            <a:ext cx="2560320" cy="3383280"/>
          </a:xfrm>
          <a:prstGeom prst="rect">
            <a:avLst/>
          </a:prstGeom>
          <a:solidFill>
            <a:srgbClr val="0D1B2A"/>
          </a:solidFill>
          <a:ln w="19050">
            <a:solidFill>
              <a:srgbClr val="10B981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703320" y="12984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ENGINE  (client-side JS)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3822192" y="1719072"/>
            <a:ext cx="2331720" cy="1207008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85623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22192" y="23134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7-Rule Detection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3822192" y="3108960"/>
            <a:ext cx="2331720" cy="1207008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24612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822192" y="37033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Calculator (0–100)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281928" y="3017520"/>
            <a:ext cx="8229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281928" y="2743200"/>
            <a:ext cx="804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</a:t>
            </a:r>
            <a:endParaRPr lang="en-US" sz="750" dirty="0"/>
          </a:p>
        </p:txBody>
      </p:sp>
      <p:sp>
        <p:nvSpPr>
          <p:cNvPr id="27" name="Shape 21"/>
          <p:cNvSpPr/>
          <p:nvPr/>
        </p:nvSpPr>
        <p:spPr>
          <a:xfrm>
            <a:off x="7086600" y="2944368"/>
            <a:ext cx="137160" cy="73152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7086600" y="3090672"/>
            <a:ext cx="1371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114032" y="1298448"/>
            <a:ext cx="1691640" cy="3383280"/>
          </a:xfrm>
          <a:prstGeom prst="rect">
            <a:avLst/>
          </a:prstGeom>
          <a:solidFill>
            <a:srgbClr val="0D1B2A"/>
          </a:solidFill>
          <a:ln w="19050">
            <a:solidFill>
              <a:srgbClr val="F59E0B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7114032" y="129844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OUTPUT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7205472" y="1719072"/>
            <a:ext cx="1508760" cy="1207008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1856232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05472" y="231343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Warning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Score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7205472" y="3108960"/>
            <a:ext cx="1508760" cy="1207008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3246120"/>
            <a:ext cx="411480" cy="4114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205472" y="37033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/ Abort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274320" y="4727448"/>
            <a:ext cx="8549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Flow:  User Input  →  Vanilla JS Fraud Engine  →  Risk Score (0–100)  →  Safe / Abort Warning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Fraud Detection Rules — Composite Risk Scoring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029200" cy="420624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36576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3167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Amount Risk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149961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ETH value = elevated risk weight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5029200" cy="420624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755648"/>
            <a:ext cx="36576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80136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792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 Reputation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197510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against known scam address database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231136"/>
            <a:ext cx="5029200" cy="420624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231136"/>
            <a:ext cx="36576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27685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2677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 Scope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05840" y="24505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Unlimited ERC-20 approvals flagged High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706624"/>
            <a:ext cx="5029200" cy="420624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706624"/>
            <a:ext cx="36576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75234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7432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Contract Age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2926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New/unverified contracts score higher risk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182112"/>
            <a:ext cx="5029200" cy="420624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182112"/>
            <a:ext cx="36576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22783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2186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Match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5840" y="340156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 pattern matches phishing registry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657600"/>
            <a:ext cx="5029200" cy="420624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3657600"/>
            <a:ext cx="36576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37033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369417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 Type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5840" y="38770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Blind NFT / permit signatures escalate score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4133088"/>
            <a:ext cx="5029200" cy="420624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5760" y="4133088"/>
            <a:ext cx="36576" cy="42062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17880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41696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 Similarity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05840" y="435254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Look-alike poisoning detected via diff check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623560" y="1280160"/>
            <a:ext cx="3200400" cy="3337560"/>
          </a:xfrm>
          <a:prstGeom prst="rect">
            <a:avLst/>
          </a:prstGeom>
          <a:solidFill>
            <a:srgbClr val="1E2A3D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62356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COMPOSITE RISK SCORE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806440" y="1874520"/>
            <a:ext cx="2834640" cy="685800"/>
          </a:xfrm>
          <a:prstGeom prst="rect">
            <a:avLst/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806440" y="19202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– 30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5806440" y="22219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806440" y="2679192"/>
            <a:ext cx="2834640" cy="685800"/>
          </a:xfrm>
          <a:prstGeom prst="rect">
            <a:avLst/>
          </a:prstGeom>
          <a:solidFill>
            <a:srgbClr val="1C10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806440" y="27249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 – 60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5806440" y="30266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806440" y="3483864"/>
            <a:ext cx="2834640" cy="685800"/>
          </a:xfrm>
          <a:prstGeom prst="rect">
            <a:avLst/>
          </a:prstGeom>
          <a:solidFill>
            <a:srgbClr val="1C000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806440" y="35295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 – 100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5806440" y="38313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77840" y="41330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rule returns a weighted sub-score.</a:t>
            </a:r>
            <a:endParaRPr lang="en-US" sz="9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Scores sum to 0–100. Above 60 = Abort.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transaction proceeds without a risk assessment — ChainShield's core guarantee.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Scenarios That Show ChainShield in 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788920" cy="356616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4447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High-Risk Transaction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Score: 92 — ABORT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" y="2450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r>
              <a:rPr lang="en-US" sz="9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 tx to suspicious address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27614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r>
              <a:rPr lang="en-US" sz="9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runs 7 detection rules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" y="30723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r>
              <a:rPr lang="en-US" sz="9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= 92 → Abort recommended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r>
              <a:rPr lang="en-US" sz="9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warning + Abort button shown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2468880" cy="201168"/>
          </a:xfrm>
          <a:prstGeom prst="rect">
            <a:avLst/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prevented before signing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46120" y="1298448"/>
            <a:ext cx="2788920" cy="356616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83280" y="14173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95928" y="14447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Address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2029968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1A0A0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83280" y="20299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Score: 72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10712" y="2450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r>
              <a:rPr lang="en-US" sz="9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Destination matches phishing DB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10712" y="27614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r>
              <a:rPr lang="en-US" sz="9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 flagged as SCAM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10712" y="30723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r>
              <a:rPr lang="en-US" sz="9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Look-alike comparison shown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10712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r>
              <a:rPr lang="en-US" sz="9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blocked with evidence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83280" y="4572000"/>
            <a:ext cx="2468880" cy="201168"/>
          </a:xfrm>
          <a:prstGeom prst="rect">
            <a:avLst/>
          </a:prstGeom>
          <a:solidFill>
            <a:srgbClr val="052E16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83280" y="45720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sees the real vs. fake address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1298448"/>
            <a:ext cx="2788920" cy="356616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9360" y="141732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93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22008" y="14447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NFT Blind Signature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2029968"/>
            <a:ext cx="2468880" cy="292608"/>
          </a:xfrm>
          <a:prstGeom prst="roundRect">
            <a:avLst>
              <a:gd name="adj" fmla="val 18750"/>
            </a:avLst>
          </a:prstGeom>
          <a:solidFill>
            <a:srgbClr val="1A0A0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09360" y="20299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 Risk: 72 (High)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36792" y="2450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r>
              <a:rPr lang="en-US" sz="9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 decoded by parser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36792" y="27614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r>
              <a:rPr lang="en-US" sz="9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Permit for BAYC #1234 detected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36792" y="30723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r>
              <a:rPr lang="en-US" sz="9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Zero-price listing identified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36792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</a:t>
            </a:r>
            <a:r>
              <a:rPr lang="en-US" sz="95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Risk warning displayed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4572000"/>
            <a:ext cx="2468880" cy="201168"/>
          </a:xfrm>
          <a:prstGeom prst="rect">
            <a:avLst/>
          </a:prstGeom>
          <a:solidFill>
            <a:srgbClr val="052E16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09360" y="45720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NFT protected — signature rejected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Demo Tech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2651760" cy="356616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265176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 (single file)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CSS3 (custom theme)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5968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Vanilla JavaScript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29809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 manipulation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33649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Client-side simulation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298448"/>
            <a:ext cx="2651760" cy="356616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83280" y="1298448"/>
            <a:ext cx="265176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0" y="12984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47872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7-rule fraud engine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47872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score calculator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47872" y="25968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 reputation DB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47872" y="29809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scenarios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47872" y="33649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client-side JS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298448"/>
            <a:ext cx="2651760" cy="3566160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1298448"/>
            <a:ext cx="26517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129844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1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/ UX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82512" y="1828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Crypto dashboard UI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82512" y="22128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Dark mode theme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82512" y="25968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layout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82512" y="29809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warnings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82512" y="33649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 </a:t>
            </a: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Professor Demo panel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8188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demo is a self-contained single HTML file — all fraud detection logic runs client-side in the browser.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ChainShield vs. Existing Wallets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011680" cy="384048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261872"/>
            <a:ext cx="1645920" cy="384048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12618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685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MetaMask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261872"/>
            <a:ext cx="1645920" cy="384048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60520" y="12618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08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Rabby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1261872"/>
            <a:ext cx="1645920" cy="384048"/>
          </a:xfrm>
          <a:prstGeom prst="rect">
            <a:avLst/>
          </a:prstGeom>
          <a:solidFill>
            <a:srgbClr val="1E2A3D"/>
          </a:solidFill>
          <a:ln w="1270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97880" y="12618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75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Wallet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35240" y="1261872"/>
            <a:ext cx="1645920" cy="384048"/>
          </a:xfrm>
          <a:prstGeom prst="rect">
            <a:avLst/>
          </a:prstGeom>
          <a:solidFill>
            <a:srgbClr val="003344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12618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ChainShield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664208"/>
            <a:ext cx="201168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166420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Pre-sign simulation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1664208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23160" y="166420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60520" y="1664208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60520" y="166420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1664208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97880" y="166420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35240" y="1664208"/>
            <a:ext cx="1645920" cy="402336"/>
          </a:xfrm>
          <a:prstGeom prst="rect">
            <a:avLst/>
          </a:prstGeom>
          <a:solidFill>
            <a:srgbClr val="001A22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35240" y="166420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2084832"/>
            <a:ext cx="201168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208483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Composite risk score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2084832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23160" y="20848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60520" y="2084832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60520" y="20848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97880" y="2084832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97880" y="20848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35240" y="2084832"/>
            <a:ext cx="1645920" cy="402336"/>
          </a:xfrm>
          <a:prstGeom prst="rect">
            <a:avLst/>
          </a:prstGeom>
          <a:solidFill>
            <a:srgbClr val="001A22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35240" y="208483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2505456"/>
            <a:ext cx="201168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250545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 detection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23160" y="2505456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423160" y="25054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60520" y="2505456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60520" y="25054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897880" y="2505456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897880" y="25054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635240" y="2505456"/>
            <a:ext cx="1645920" cy="402336"/>
          </a:xfrm>
          <a:prstGeom prst="rect">
            <a:avLst/>
          </a:prstGeom>
          <a:solidFill>
            <a:srgbClr val="001A22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635240" y="25054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" y="2926080"/>
            <a:ext cx="201168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" y="292608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 parsing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423160" y="2926080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423160" y="29260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160520" y="2926080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160520" y="29260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897880" y="2926080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897880" y="29260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635240" y="2926080"/>
            <a:ext cx="1645920" cy="402336"/>
          </a:xfrm>
          <a:prstGeom prst="rect">
            <a:avLst/>
          </a:prstGeom>
          <a:solidFill>
            <a:srgbClr val="001A22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635240" y="292608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20040" y="3346704"/>
            <a:ext cx="201168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0040" y="334670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 poisoning guard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423160" y="3346704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2423160" y="334670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160520" y="3346704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160520" y="334670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897880" y="3346704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897880" y="334670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635240" y="3346704"/>
            <a:ext cx="1645920" cy="402336"/>
          </a:xfrm>
          <a:prstGeom prst="rect">
            <a:avLst/>
          </a:prstGeom>
          <a:solidFill>
            <a:srgbClr val="001A22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635240" y="334670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320040" y="3767328"/>
            <a:ext cx="201168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0040" y="376732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 management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423160" y="3767328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423160" y="37673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160520" y="3767328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160520" y="37673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897880" y="3767328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897880" y="37673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635240" y="3767328"/>
            <a:ext cx="1645920" cy="402336"/>
          </a:xfrm>
          <a:prstGeom prst="rect">
            <a:avLst/>
          </a:prstGeom>
          <a:solidFill>
            <a:srgbClr val="001A22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635240" y="37673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20040" y="4187952"/>
            <a:ext cx="201168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20040" y="418795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Chrome extension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2423160" y="4187952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2423160" y="41879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4160520" y="4187952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160520" y="41879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897880" y="4187952"/>
            <a:ext cx="1645920" cy="402336"/>
          </a:xfrm>
          <a:prstGeom prst="rect">
            <a:avLst/>
          </a:prstGeom>
          <a:solidFill>
            <a:srgbClr val="131E2E"/>
          </a:solidFill>
          <a:ln w="6350">
            <a:solidFill>
              <a:srgbClr val="2D3F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5897880" y="41879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635240" y="4187952"/>
            <a:ext cx="1645920" cy="402336"/>
          </a:xfrm>
          <a:prstGeom prst="rect">
            <a:avLst/>
          </a:prstGeom>
          <a:solidFill>
            <a:srgbClr val="001A22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635240" y="418795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320040" y="473659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ChainShield's unique advantage: Composite risk score (0–100) — no existing wallet combines all detections into one live score.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320040" y="4919472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* Chrome extension in active development. Web demo fully functional. Comparison based on public docs, 2026.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457200"/>
            <a:ext cx="5486400" cy="54864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41148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659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ChainShield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2633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 every wallet action. Before you sign.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97280" y="3291840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1E2A3D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97280" y="3291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Full-stack Web3 security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66160" y="3291840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1E2A3D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566160" y="3291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7-rule fraud detection engine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35040" y="3291840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1E2A3D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35040" y="3291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Pre-sign protection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39776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demo: </a:t>
            </a:r>
            <a:r>
              <a:rPr lang="en-US" sz="900" dirty="0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4"/>
              </a:rPr>
              <a:t>website </a:t>
            </a:r>
            <a:r>
              <a:rPr lang="en-US" sz="900" dirty="0" err="1">
                <a:solidFill>
                  <a:srgbClr val="8B9BB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4"/>
              </a:rPr>
              <a:t>lnk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44348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Questions?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782</Words>
  <Application>Microsoft Office PowerPoint</Application>
  <PresentationFormat>On-screen Show (16:9)</PresentationFormat>
  <Paragraphs>194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ChainShield – Wallet Security Demo</dc:title>
  <dc:subject>PptxGenJS Presentation</dc:subject>
  <dc:creator>Aditya</dc:creator>
  <cp:lastModifiedBy>Linh Hoang thuy</cp:lastModifiedBy>
  <cp:revision>3</cp:revision>
  <dcterms:created xsi:type="dcterms:W3CDTF">2026-06-08T10:32:00Z</dcterms:created>
  <dcterms:modified xsi:type="dcterms:W3CDTF">2026-06-08T13:26:35Z</dcterms:modified>
</cp:coreProperties>
</file>